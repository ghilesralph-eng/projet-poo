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44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26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05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60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88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69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4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13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55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37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544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7814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53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72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66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944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77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D7CA43-12EF-4150-AC60-40945A285D25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29D0CB4-B58B-425D-9FA9-AA3DFF9A38D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194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598334" cy="2075874"/>
          </a:xfrm>
        </p:spPr>
        <p:txBody>
          <a:bodyPr/>
          <a:lstStyle/>
          <a:p>
            <a:r>
              <a:rPr lang="fr-FR" dirty="0"/>
              <a:t>Projet de programmation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5486399"/>
            <a:ext cx="6400800" cy="960582"/>
          </a:xfrm>
        </p:spPr>
        <p:txBody>
          <a:bodyPr>
            <a:normAutofit/>
          </a:bodyPr>
          <a:lstStyle/>
          <a:p>
            <a:r>
              <a:rPr lang="fr-FR" sz="4400" b="1" dirty="0"/>
              <a:t>Blue </a:t>
            </a:r>
            <a:r>
              <a:rPr lang="fr-FR" sz="4400" b="1" dirty="0" smtClean="0"/>
              <a:t>Prince </a:t>
            </a:r>
            <a:endParaRPr lang="fr-FR" sz="4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22036" y="6262315"/>
            <a:ext cx="330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4212" y="62183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Version simplifiée en Python (POO +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324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71764"/>
            <a:ext cx="9153957" cy="902854"/>
          </a:xfrm>
        </p:spPr>
        <p:txBody>
          <a:bodyPr/>
          <a:lstStyle/>
          <a:p>
            <a:r>
              <a:rPr lang="fr-FR" sz="2800" b="1" u="sng" dirty="0" err="1" smtClean="0"/>
              <a:t>Colaborateurs</a:t>
            </a:r>
            <a:r>
              <a:rPr lang="fr-FR" sz="2800" b="1" u="sng" dirty="0" smtClean="0"/>
              <a:t> </a:t>
            </a:r>
            <a:endParaRPr lang="fr-FR" sz="28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211" y="4990703"/>
            <a:ext cx="2271426" cy="628829"/>
          </a:xfrm>
        </p:spPr>
        <p:txBody>
          <a:bodyPr>
            <a:norm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Aghiles MERABTI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184" y="2356787"/>
            <a:ext cx="2361480" cy="23614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208" y="2356787"/>
            <a:ext cx="2274454" cy="22744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99" y="2356787"/>
            <a:ext cx="2255261" cy="22552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5006470" y="4990703"/>
            <a:ext cx="2093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chemeClr val="bg1"/>
                </a:solidFill>
              </a:rPr>
              <a:t>H</a:t>
            </a:r>
            <a:r>
              <a:rPr lang="fr-FR" sz="2000" b="1" dirty="0" err="1" smtClean="0">
                <a:solidFill>
                  <a:schemeClr val="bg1"/>
                </a:solidFill>
              </a:rPr>
              <a:t>aithem</a:t>
            </a:r>
            <a:r>
              <a:rPr lang="fr-FR" sz="2000" b="1" dirty="0" smtClean="0">
                <a:solidFill>
                  <a:schemeClr val="bg1"/>
                </a:solidFill>
              </a:rPr>
              <a:t> SERIDI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1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3010333" cy="579583"/>
          </a:xfrm>
        </p:spPr>
        <p:txBody>
          <a:bodyPr>
            <a:normAutofit/>
          </a:bodyPr>
          <a:lstStyle/>
          <a:p>
            <a:r>
              <a:rPr lang="fr-FR" sz="2800" b="1" u="sng" dirty="0" smtClean="0"/>
              <a:t>Introduction:</a:t>
            </a:r>
            <a:endParaRPr lang="fr-FR" sz="2800" b="1" u="sng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4212" y="3014164"/>
            <a:ext cx="70466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projet consiste à développer une version simplifiée du jeu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Prince en Python, en utilisant la programmation orientée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 et </a:t>
            </a:r>
            <a:r>
              <a:rPr kumimoji="0" lang="fr-FR" alt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Le but est de construire un manoir exploré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pièce par pièce, avec tirage aléatoire des salles, gestion d’un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inventaire, effets de pièces et conditions de victoire ou de défaite.</a:t>
            </a:r>
          </a:p>
        </p:txBody>
      </p:sp>
    </p:spTree>
    <p:extLst>
      <p:ext uri="{BB962C8B-B14F-4D97-AF65-F5344CB8AC3E}">
        <p14:creationId xmlns:p14="http://schemas.microsoft.com/office/powerpoint/2010/main" val="146217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84734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</TotalTime>
  <Words>79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Slice</vt:lpstr>
      <vt:lpstr>Projet de programmation</vt:lpstr>
      <vt:lpstr>Colaborateurs </vt:lpstr>
      <vt:lpstr>Introduction: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programmation</dc:title>
  <dc:creator>Microsoft account</dc:creator>
  <cp:lastModifiedBy>Microsoft account</cp:lastModifiedBy>
  <cp:revision>6</cp:revision>
  <dcterms:created xsi:type="dcterms:W3CDTF">2025-11-15T10:02:45Z</dcterms:created>
  <dcterms:modified xsi:type="dcterms:W3CDTF">2025-11-15T14:13:06Z</dcterms:modified>
</cp:coreProperties>
</file>